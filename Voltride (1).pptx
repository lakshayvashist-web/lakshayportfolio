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g0CwsESP1Rcshyb+ZcBUwzdk2J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5709c01f_3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5709c01f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a5709c01f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a5709c01f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5709c01f_3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5709c01f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5709c01f_3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a5709c01f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5709c01f_3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a5709c01f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 as an experienced strategic analyst and by using the information present in the slides make a better slide by improving the design and adding infographics. make sure the color and font design is same as slide 2" id="84" name="Google Shape;84;g3da5709c01f_3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 as an experienced strategic analyst and by using the information present in the slides make a better slide by improving the design and adding infographics, make sure the color and font design is same as slide 2" id="89" name="Google Shape;89;g3da5709c01f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 as an experienced strategic analyst and by using the information present in the slides make a better slide by improving the design and adding infographics. make sure the color and font design is same as slide 2" id="94" name="Google Shape;94;g3da5709c01f_3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da5709c01f_3_32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-71438" y="0"/>
            <a:ext cx="18430875" cy="10287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da5709c01f_3_20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-71438" y="0"/>
            <a:ext cx="18430875" cy="10287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